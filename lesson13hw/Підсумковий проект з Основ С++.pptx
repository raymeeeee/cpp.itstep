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61381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7662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194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4110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1353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647166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956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0309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69740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2984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69572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7772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66350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07520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8390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83366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0105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909D3-EB49-4348-91B9-2733061A0571}" type="datetimeFigureOut">
              <a:rPr lang="ru-UA" smtClean="0"/>
              <a:t>09.06.2024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65E40-A28F-4962-AD90-AA1332BB30FA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204645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FDA1A-59AB-6E29-B2C0-89ACEEBEC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667" y="2861733"/>
            <a:ext cx="8238066" cy="1439172"/>
          </a:xfrm>
        </p:spPr>
        <p:txBody>
          <a:bodyPr/>
          <a:lstStyle/>
          <a:p>
            <a:pPr algn="ctr"/>
            <a:r>
              <a:rPr lang="uk-UA" sz="4000" dirty="0"/>
              <a:t>Підсумковий проект з Основ С++ На тему:</a:t>
            </a:r>
            <a:br>
              <a:rPr lang="uk-UA" sz="4000" dirty="0"/>
            </a:br>
            <a:r>
              <a:rPr lang="uk-UA" sz="4000" dirty="0"/>
              <a:t>  Каталог фільмів</a:t>
            </a:r>
            <a:r>
              <a:rPr lang="en-US" sz="4000" dirty="0"/>
              <a:t>	</a:t>
            </a:r>
            <a:endParaRPr lang="ru-UA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6D7724-1E6C-378E-0925-E3DF1BD0F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389" y="5384595"/>
            <a:ext cx="4738344" cy="1312538"/>
          </a:xfrm>
        </p:spPr>
        <p:txBody>
          <a:bodyPr>
            <a:normAutofit/>
          </a:bodyPr>
          <a:lstStyle/>
          <a:p>
            <a:pPr algn="l"/>
            <a:r>
              <a:rPr lang="ru-RU" dirty="0" err="1"/>
              <a:t>Виконавець</a:t>
            </a:r>
            <a:r>
              <a:rPr lang="ru-RU" dirty="0"/>
              <a:t>: Полуектов Данило</a:t>
            </a:r>
          </a:p>
          <a:p>
            <a:pPr algn="l"/>
            <a:r>
              <a:rPr lang="ru-RU" dirty="0" err="1"/>
              <a:t>Група</a:t>
            </a:r>
            <a:r>
              <a:rPr lang="ru-RU" dirty="0"/>
              <a:t>: П32</a:t>
            </a:r>
          </a:p>
          <a:p>
            <a:pPr algn="l"/>
            <a:r>
              <a:rPr lang="ru-RU" dirty="0" err="1"/>
              <a:t>Навчальний</a:t>
            </a:r>
            <a:r>
              <a:rPr lang="ru-RU" dirty="0"/>
              <a:t> заклад: </a:t>
            </a:r>
            <a:r>
              <a:rPr lang="en-US" dirty="0"/>
              <a:t>Academy Step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00615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81976-22C7-710A-A4DD-B3A94608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Технічне завдання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27301D-E111-130E-84C3-38DE31D5E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22" y="2412250"/>
            <a:ext cx="4712946" cy="3692522"/>
          </a:xfrm>
        </p:spPr>
        <p:txBody>
          <a:bodyPr/>
          <a:lstStyle/>
          <a:p>
            <a:pPr marL="0" lvl="0" indent="0" algn="just">
              <a:lnSpc>
                <a:spcPct val="115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цьому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проекту були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реалізовані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такі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технології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ргономічний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текстовий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система меню</a:t>
            </a:r>
            <a:endParaRPr lang="ru-U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инесення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функцій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і процедур в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окремі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файли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header files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U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береження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результатів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до текстового файлу</a:t>
            </a:r>
            <a:endParaRPr lang="ru-U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AEA07B-8DC2-A2F8-83E7-FEEFC7209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82" y="5180319"/>
            <a:ext cx="2314898" cy="16194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851B3B-1A4B-237E-C2FD-3A8DB9540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409" y="2080800"/>
            <a:ext cx="4636541" cy="30995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851408-B720-AF97-A5C9-43F6D6E94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206" y="4220073"/>
            <a:ext cx="4126272" cy="257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7DE3-F466-29C6-AEF3-D8986AC5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Опис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до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архітектури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проєкту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C4B6C0-6C76-E2CF-A414-F77B68EF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Локальна бібліотека </a:t>
            </a:r>
            <a:r>
              <a:rPr lang="en-US" dirty="0" err="1"/>
              <a:t>Films.h</a:t>
            </a:r>
            <a:r>
              <a:rPr lang="en-US" dirty="0"/>
              <a:t> </a:t>
            </a:r>
            <a:r>
              <a:rPr lang="uk-UA" dirty="0"/>
              <a:t>є головною в проекті, через неї йде запис інформації про фільми через структуру </a:t>
            </a:r>
            <a:r>
              <a:rPr lang="en-US" dirty="0"/>
              <a:t>Films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6995EE-D027-E11F-08D9-594D0AE7A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251" y="2841013"/>
            <a:ext cx="3320226" cy="39197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181E0E-D87D-8630-E09D-A6327AE61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003" y="3161407"/>
            <a:ext cx="4710011" cy="35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0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8A2CF5-5D77-4F40-9D7F-58E7E69ED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7471" cy="68579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107CEA-9690-45A7-AD63-81B580BD2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U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60E178-A1D3-4B11-9005-4B6E82CEB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89A91-AF8F-2365-E215-2E65EE39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4967" y="277885"/>
            <a:ext cx="2928257" cy="4000707"/>
          </a:xfrm>
        </p:spPr>
        <p:txBody>
          <a:bodyPr anchor="t">
            <a:normAutofit/>
          </a:bodyPr>
          <a:lstStyle/>
          <a:p>
            <a:r>
              <a:rPr lang="uk-UA" sz="1800" dirty="0"/>
              <a:t>Та сортування по року,</a:t>
            </a:r>
            <a:br>
              <a:rPr lang="uk-UA" sz="1800" dirty="0"/>
            </a:br>
            <a:r>
              <a:rPr lang="uk-UA" sz="1800" dirty="0"/>
              <a:t>рейтингу та ціни</a:t>
            </a:r>
            <a:endParaRPr lang="ru-UA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3C6B4-586F-4876-9FE1-CF9B241CA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71641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FC3FD1-E0A1-4126-8EF1-A8E10290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52" y="404200"/>
            <a:ext cx="6687348" cy="62397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sz="1800" dirty="0"/>
              <a:t>Наявний пошук по назві, жанру, продюсеру </a:t>
            </a:r>
            <a:r>
              <a:rPr lang="uk-UA" sz="1800" dirty="0" err="1"/>
              <a:t>фільма</a:t>
            </a:r>
            <a:endParaRPr lang="ru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FE624C-DD04-FE0B-E151-B64ACC3FD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" y="982488"/>
            <a:ext cx="5442282" cy="46109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4F43CF-9638-1935-C57D-E23240EDC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430" y="982489"/>
            <a:ext cx="6877041" cy="461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0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U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UA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9186684-2BEA-004F-08F8-7850D0712F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533" b="1"/>
          <a:stretch/>
        </p:blipFill>
        <p:spPr>
          <a:xfrm>
            <a:off x="4644526" y="10"/>
            <a:ext cx="7552945" cy="68579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D611BD-13D6-4754-93F1-8ABAB811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1564798-5942-49A9-89E9-7BF6D0239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2E05EE-53C9-FA24-B7AD-702B1C412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625" y="2100100"/>
            <a:ext cx="4191901" cy="26578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ru-RU" sz="2000" dirty="0" err="1"/>
              <a:t>Винесення</a:t>
            </a:r>
            <a:r>
              <a:rPr lang="ru-RU" sz="2000" dirty="0"/>
              <a:t> </a:t>
            </a:r>
            <a:r>
              <a:rPr lang="uk-UA" sz="2000" dirty="0"/>
              <a:t>інформації до текстового файлу реалізовано процесом у структурі </a:t>
            </a:r>
            <a:r>
              <a:rPr lang="en-US" sz="2000" dirty="0"/>
              <a:t>Receipt</a:t>
            </a:r>
            <a:r>
              <a:rPr lang="ru-RU" sz="2000" dirty="0"/>
              <a:t> до </a:t>
            </a:r>
            <a:r>
              <a:rPr lang="ru-RU" sz="2000" dirty="0" err="1"/>
              <a:t>якої</a:t>
            </a:r>
            <a:r>
              <a:rPr lang="ru-RU" sz="2000" dirty="0"/>
              <a:t> </a:t>
            </a:r>
            <a:r>
              <a:rPr lang="ru-RU" sz="2000" dirty="0" err="1"/>
              <a:t>запису</a:t>
            </a:r>
            <a:r>
              <a:rPr lang="uk-UA" sz="2000" dirty="0" err="1"/>
              <a:t>ється</a:t>
            </a:r>
            <a:r>
              <a:rPr lang="uk-UA" sz="2000" dirty="0"/>
              <a:t> інформація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57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1B7BC-0397-1462-C3C4-C845CE76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Користувачі проекту: </a:t>
            </a:r>
            <a:r>
              <a:rPr lang="en-US" dirty="0"/>
              <a:t>admin </a:t>
            </a:r>
            <a:r>
              <a:rPr lang="uk-UA" dirty="0"/>
              <a:t>та </a:t>
            </a:r>
            <a:r>
              <a:rPr lang="en-US" dirty="0"/>
              <a:t>user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9C466-1694-71C1-E235-A9B52AB0D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Admin </a:t>
            </a:r>
            <a:r>
              <a:rPr lang="uk-UA" dirty="0"/>
              <a:t>має три додаткові функції для редагування реєстру фільмів</a:t>
            </a:r>
            <a:r>
              <a:rPr lang="en-US" dirty="0"/>
              <a:t> </a:t>
            </a:r>
            <a:r>
              <a:rPr lang="uk-UA" dirty="0"/>
              <a:t>для </a:t>
            </a:r>
            <a:r>
              <a:rPr lang="en-US" dirty="0" err="1"/>
              <a:t>user`a</a:t>
            </a:r>
            <a:r>
              <a:rPr lang="en-US" dirty="0"/>
              <a:t> </a:t>
            </a:r>
            <a:r>
              <a:rPr lang="uk-UA" dirty="0"/>
              <a:t>ці функції є недоступними.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C11709-43F3-BC93-E5F7-A496E7B6C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19" y="3165405"/>
            <a:ext cx="6759682" cy="34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4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4085F-B164-DE7E-5F4F-690110AC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Функції в </a:t>
            </a:r>
            <a:r>
              <a:rPr lang="uk-UA" dirty="0" err="1"/>
              <a:t>проєкті</a:t>
            </a:r>
            <a:r>
              <a:rPr lang="uk-UA" dirty="0"/>
              <a:t> 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33856D-4418-5D88-E465-CC93F03FD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32072"/>
            <a:ext cx="9613861" cy="4698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Взаємодія з функціями йде через текст, а саме через функцію </a:t>
            </a:r>
            <a:r>
              <a:rPr lang="en-US" dirty="0" err="1"/>
              <a:t>strstr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uk-UA" dirty="0"/>
              <a:t>В </a:t>
            </a:r>
            <a:r>
              <a:rPr lang="uk-UA" dirty="0" err="1"/>
              <a:t>проєкті</a:t>
            </a:r>
            <a:r>
              <a:rPr lang="uk-UA" dirty="0"/>
              <a:t> присутні такі функції:</a:t>
            </a:r>
          </a:p>
          <a:p>
            <a:r>
              <a:rPr lang="en-US" dirty="0"/>
              <a:t>help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E2A882-74A7-1351-C0D3-A06982DA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29" y="4268591"/>
            <a:ext cx="8184187" cy="22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6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6EE66CB-B680-A3D2-1F6D-12A930A3B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  <a:p>
            <a:pPr marL="0" indent="0">
              <a:buNone/>
            </a:pPr>
            <a:r>
              <a:rPr lang="ru-RU" dirty="0" err="1"/>
              <a:t>Прервати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код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show 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Показати</a:t>
            </a:r>
            <a:br>
              <a:rPr lang="ru-RU" dirty="0"/>
            </a:br>
            <a:r>
              <a:rPr lang="ru-RU" dirty="0"/>
              <a:t>ф</a:t>
            </a:r>
            <a:r>
              <a:rPr lang="uk-UA" dirty="0"/>
              <a:t>ільми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A0EDAA-3404-C37F-9AF5-B096289F1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990" y="2336873"/>
            <a:ext cx="9154803" cy="12098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3D77A9-8025-0951-B1B7-283ACF8A1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990" y="3736337"/>
            <a:ext cx="6656216" cy="300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36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F3F5796-B2A7-49D5-8014-3C7411E60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495C7AB3-DDDA-4FA0-BF21-964CA7FB0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2A587BB-1778-4DFA-8299-55EC69E75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8C9D7-A4DB-432E-ABE5-4B00662FB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0979" y="1"/>
            <a:ext cx="4641022" cy="685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362065-0C36-4BF8-B280-5CF7013D0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U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8F1801-B0E5-4E94-8FA9-8E8B71EEE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11D97E7A-21EA-B267-D4F1-8850478EC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82" y="742027"/>
            <a:ext cx="6423211" cy="5901965"/>
          </a:xfrm>
        </p:spPr>
        <p:txBody>
          <a:bodyPr>
            <a:normAutofit/>
          </a:bodyPr>
          <a:lstStyle/>
          <a:p>
            <a:r>
              <a:rPr lang="en-US" dirty="0"/>
              <a:t>add</a:t>
            </a:r>
            <a:r>
              <a:rPr lang="uk-UA" dirty="0"/>
              <a:t> </a:t>
            </a:r>
          </a:p>
          <a:p>
            <a:pPr marL="0" indent="0">
              <a:buNone/>
            </a:pPr>
            <a:r>
              <a:rPr lang="uk-UA" dirty="0"/>
              <a:t>Додати фільм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uk-UA" dirty="0"/>
          </a:p>
          <a:p>
            <a:endParaRPr lang="uk-UA" dirty="0"/>
          </a:p>
          <a:p>
            <a:r>
              <a:rPr lang="en-US" dirty="0"/>
              <a:t>delete</a:t>
            </a:r>
          </a:p>
          <a:p>
            <a:pPr marL="0" indent="0">
              <a:buNone/>
            </a:pPr>
            <a:r>
              <a:rPr lang="uk-UA" dirty="0"/>
              <a:t>Видалити фільм</a:t>
            </a:r>
            <a:endParaRPr lang="en-US" dirty="0"/>
          </a:p>
          <a:p>
            <a:endParaRPr lang="en-US" dirty="0"/>
          </a:p>
          <a:p>
            <a:endParaRPr lang="uk-UA" dirty="0"/>
          </a:p>
          <a:p>
            <a:endParaRPr lang="uk-UA" dirty="0"/>
          </a:p>
          <a:p>
            <a:r>
              <a:rPr lang="en-US" dirty="0"/>
              <a:t>Edit</a:t>
            </a:r>
            <a:endParaRPr lang="uk-UA" dirty="0"/>
          </a:p>
          <a:p>
            <a:r>
              <a:rPr lang="uk-UA" dirty="0"/>
              <a:t>Редагувати фільм</a:t>
            </a:r>
            <a:endParaRPr lang="ru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97CD5B-388C-3F6E-C6F3-C9142C56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167" y="4319540"/>
            <a:ext cx="4903658" cy="25519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9ABC79-AB49-79F3-CA0C-2FB3B91AD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342" y="2291404"/>
            <a:ext cx="4900482" cy="20281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5A9DBB-2E8A-9ACF-F583-70512F4AB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166" y="-13488"/>
            <a:ext cx="4906834" cy="235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8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B6DCEEB-DFFE-E7C5-91B5-A50CB92A2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89" y="2278507"/>
            <a:ext cx="4698618" cy="3599316"/>
          </a:xfrm>
        </p:spPr>
        <p:txBody>
          <a:bodyPr/>
          <a:lstStyle/>
          <a:p>
            <a:r>
              <a:rPr lang="en-US" dirty="0"/>
              <a:t>find</a:t>
            </a:r>
          </a:p>
          <a:p>
            <a:pPr marL="0" indent="0">
              <a:buNone/>
            </a:pPr>
            <a:r>
              <a:rPr lang="uk-UA" dirty="0"/>
              <a:t>Знайти фільм по імені, жанру або продюсеру</a:t>
            </a:r>
            <a:endParaRPr lang="en-US" dirty="0"/>
          </a:p>
          <a:p>
            <a:endParaRPr lang="uk-UA" dirty="0"/>
          </a:p>
          <a:p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D98B12-75E7-999F-1CED-60020EA48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50" y="1337241"/>
            <a:ext cx="6704749" cy="259204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B4B47A-0798-6B6B-341F-30ADD428F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5057"/>
            <a:ext cx="5389106" cy="29929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8B9929-AC8B-AFF5-1AF6-4055C1C34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106" y="3865057"/>
            <a:ext cx="7019518" cy="307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08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D6F48F3-0853-AE77-1F76-3CCA4B86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Відсортувати масив фільмів по рокам, </a:t>
            </a:r>
          </a:p>
          <a:p>
            <a:pPr marL="0" indent="0">
              <a:buNone/>
            </a:pPr>
            <a:r>
              <a:rPr lang="uk-UA" dirty="0"/>
              <a:t>рейтингу або ціні 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ACF645-A00E-09BA-7991-B283D01B2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1628"/>
            <a:ext cx="6373114" cy="24863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3F9AD1-7996-FF31-0029-A92B2D3D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14" y="4371628"/>
            <a:ext cx="6401693" cy="248637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EB9353-5466-6B15-D5C2-392D11FB7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587" y="1942414"/>
            <a:ext cx="6411220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58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530C52-18CC-8027-8BEB-1C6EE5BB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3774"/>
            <a:ext cx="5778230" cy="32253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9AC56F-F9FC-1FF6-419B-EFEE9309C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181611"/>
            <a:ext cx="5778231" cy="37085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E9D6F1-B8B3-74D3-1E4C-765396B77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230" y="-43775"/>
            <a:ext cx="6413769" cy="32253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44AA14-780A-D716-035E-B4DA8069E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229" y="3181610"/>
            <a:ext cx="6413769" cy="370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60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E8AE758-09AF-BA26-C8AE-734C2933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18" y="2128485"/>
            <a:ext cx="9885620" cy="4579493"/>
          </a:xfrm>
        </p:spPr>
        <p:txBody>
          <a:bodyPr>
            <a:normAutofit/>
          </a:bodyPr>
          <a:lstStyle/>
          <a:p>
            <a:r>
              <a:rPr lang="en-US" dirty="0"/>
              <a:t>buy</a:t>
            </a:r>
          </a:p>
          <a:p>
            <a:pPr marL="0" indent="0">
              <a:buNone/>
            </a:pPr>
            <a:r>
              <a:rPr lang="uk-UA" dirty="0"/>
              <a:t>Купити</a:t>
            </a:r>
          </a:p>
          <a:p>
            <a:pPr marL="0" indent="0">
              <a:buNone/>
            </a:pPr>
            <a:r>
              <a:rPr lang="uk-UA" dirty="0"/>
              <a:t>білети на</a:t>
            </a:r>
          </a:p>
          <a:p>
            <a:pPr marL="0" indent="0">
              <a:buNone/>
            </a:pPr>
            <a:r>
              <a:rPr lang="uk-UA" dirty="0"/>
              <a:t>фільм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pay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Перевірити</a:t>
            </a:r>
            <a:endParaRPr lang="en-US" dirty="0"/>
          </a:p>
          <a:p>
            <a:pPr marL="0" indent="0">
              <a:buNone/>
            </a:pPr>
            <a:r>
              <a:rPr lang="uk-UA" dirty="0"/>
              <a:t>ціну білетів</a:t>
            </a:r>
            <a:endParaRPr lang="en-US" dirty="0"/>
          </a:p>
          <a:p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0C04F1-7778-05E6-C791-F93F508A1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997" y="2128485"/>
            <a:ext cx="8532805" cy="29493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4B4F22-4BB3-AC83-EB76-E171743F5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997" y="5459538"/>
            <a:ext cx="8532805" cy="118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5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3ED8CCE-940B-719D-31E5-9FC054AFB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receipt</a:t>
            </a:r>
          </a:p>
          <a:p>
            <a:pPr marL="0" indent="0">
              <a:buNone/>
            </a:pPr>
            <a:r>
              <a:rPr lang="uk-UA" dirty="0"/>
              <a:t> Зробити чек у текстовому файлі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65A2E3-BCE8-A84A-EC0A-CA9EFCA78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970" y="2542573"/>
            <a:ext cx="6268325" cy="43154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416342-8F11-16DB-D345-134A2CE22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10" y="3466627"/>
            <a:ext cx="4906060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79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D487-5BF3-5393-7988-F95B9935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Висновки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5AA292-956D-3C76-C751-A6974527D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	Отже, цей </a:t>
            </a:r>
            <a:r>
              <a:rPr lang="uk-UA" dirty="0" err="1"/>
              <a:t>проєкт</a:t>
            </a:r>
            <a:r>
              <a:rPr lang="uk-UA" dirty="0"/>
              <a:t> містить в собі динамічні </a:t>
            </a:r>
            <a:r>
              <a:rPr lang="uk-UA" dirty="0" err="1"/>
              <a:t>массиви</a:t>
            </a:r>
            <a:r>
              <a:rPr lang="uk-UA" dirty="0"/>
              <a:t>, </a:t>
            </a:r>
            <a:r>
              <a:rPr lang="en-US" dirty="0"/>
              <a:t>header </a:t>
            </a:r>
            <a:r>
              <a:rPr lang="uk-UA" dirty="0"/>
              <a:t>файли та має функції для того щоб знайти та вибрати білети на  фільми. Також, ця робота має багато простору для розвитку різноманітних технологій, функцій та оптимізації коду. 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30902331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297</TotalTime>
  <Words>258</Words>
  <Application>Microsoft Office PowerPoint</Application>
  <PresentationFormat>Широкоэкранный</PresentationFormat>
  <Paragraphs>58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Trebuchet MS</vt:lpstr>
      <vt:lpstr>Берлин</vt:lpstr>
      <vt:lpstr>Підсумковий проект з Основ С++ На тему:   Каталог фільмів </vt:lpstr>
      <vt:lpstr>Технічне завдання</vt:lpstr>
      <vt:lpstr>Опис до архітектури проєкту</vt:lpstr>
      <vt:lpstr>Та сортування по року, рейтингу та ціни</vt:lpstr>
      <vt:lpstr>Презентация PowerPoint</vt:lpstr>
      <vt:lpstr>Користувачі проекту: admin та user</vt:lpstr>
      <vt:lpstr>Функції в проєкті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Полуэктов</dc:creator>
  <cp:lastModifiedBy>Данил Полуэктов</cp:lastModifiedBy>
  <cp:revision>2</cp:revision>
  <dcterms:created xsi:type="dcterms:W3CDTF">2024-06-08T19:29:20Z</dcterms:created>
  <dcterms:modified xsi:type="dcterms:W3CDTF">2024-06-09T18:17:41Z</dcterms:modified>
</cp:coreProperties>
</file>